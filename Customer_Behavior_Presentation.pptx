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0F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4A0F6B"/>
                </a:solidFill>
                <a:latin typeface="Arial"/>
              </a:rPr>
              <a:t>Revenue by age group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E44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0F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4A0F6B"/>
                </a:solidFill>
                <a:latin typeface="Arial"/>
              </a:rPr>
              <a:t>Customers by loyalty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DE44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</c:v>
                  </c:pt>
                  <c:pt idx="1">
                    <c:v>Returning</c:v>
                  </c:pt>
                  <c:pt idx="2">
                    <c:v>Loyal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701</c:v>
                </c:pt>
                <c:pt idx="2">
                  <c:v>3116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D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company use shopping data to improve engagement, marketing and product strategy?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MySQL  ·  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6766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1887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98448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86766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50 US states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15768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8498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 filled by category median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26060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2715768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28498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avg $59.76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Python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5179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engineer age groups and purchase frequency, load to MySQL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121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SQL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4505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queries on segments, loyalty and purchase drivers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0540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Power BI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KPI cards, charts and slicers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redundant promo-code column (identical to discount applied) was removed.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buying: men, young adults, clothing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2377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$157,890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6766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revenue, 68% of total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15768"/>
            <a:ext cx="2377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$75,191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8498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revenue, 32%: an under-served segment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0" y="109728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drives 44.73% of revenue. Young Adults lead at 26.66%, though age groups are close.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and subscriptions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937760" y="11887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120640" y="1298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Loyal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of 3,900 customers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37760" y="22402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23500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subscribe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$62,645 vs $170,436 revenue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0" y="32918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3401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 vs $59.87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subscribers vs non-subscribers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958 of 3,476 repeat buyers (over 5 purchases) are subscribed.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purchases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9339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purchases used a discount. 200 discount users still spent above average.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9339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 on Hat, Sneakers, Coat, Sweater, Pants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44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$60.48 vs $58.46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3931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vs Standard shipping: a small $2 uplift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944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 to 3.86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63931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ratings: Gloves, Sandals, Boots, Hat, Handbag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2800" dirty="0"/>
          </a:p>
        </p:txBody>
      </p:sp>
      <p:pic>
        <p:nvPicPr>
          <p:cNvPr id="3" name="Image 0" descr="/mnt/user-data/uploads/179075179175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760720" cy="335762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1280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subscription, gender, category, shipping type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2286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3.9K customers, $59.76 avg purchase, 3.75 avg rating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3291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revenue and sales by category and age group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527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subscriptions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62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are non-subscribers. Sell it as a loyalty benefit, since spend per order is the same.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527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loyal base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62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are Loyal. Add tiered rewards and a welcome offer to lift the 83 new customers.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957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right segments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392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Young Adults and Clothing; grow female customers (32% of revenue).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3957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selectively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8392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blanket offers on heavily discounted items; use discounts on slower products.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6EEF8"/>
          </a:solidFill>
          <a:ln w="12700">
            <a:solidFill>
              <a:srgbClr val="F6EE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387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0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Express shipping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822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carries a higher average order; offer upgrade incentives.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no purchase dates or online/offline channel in the data, so trends and channels were not analysed.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2026-09-30T07:04:03Z</dcterms:created>
  <dcterms:modified xsi:type="dcterms:W3CDTF">2026-09-30T07:04:03Z</dcterms:modified>
</cp:coreProperties>
</file>